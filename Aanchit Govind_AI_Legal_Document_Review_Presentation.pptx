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1"/>
  </p:notesMasterIdLst>
  <p:handoutMasterIdLst>
    <p:handoutMasterId r:id="rId12"/>
  </p:handoutMasterIdLst>
  <p:sldIdLst>
    <p:sldId id="2561" r:id="rId5"/>
    <p:sldId id="2562" r:id="rId6"/>
    <p:sldId id="2563" r:id="rId7"/>
    <p:sldId id="2566" r:id="rId8"/>
    <p:sldId id="2564" r:id="rId9"/>
    <p:sldId id="25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Powered Legal Document Review System" id="{69972AE4-71E9-44ED-A8EA-5EFBABEFCA41}">
          <p14:sldIdLst>
            <p14:sldId id="2561"/>
          </p14:sldIdLst>
        </p14:section>
        <p14:section name="System Architecture" id="{51A66E09-D801-43B1-9D3E-36BD8BA79B35}">
          <p14:sldIdLst>
            <p14:sldId id="2562"/>
            <p14:sldId id="2563"/>
            <p14:sldId id="2566"/>
          </p14:sldIdLst>
        </p14:section>
        <p14:section name="Agent Workflow Overview" id="{239A57EA-2250-43AA-AFD9-34AB5E7F21AE}">
          <p14:sldIdLst>
            <p14:sldId id="2564"/>
            <p14:sldId id="256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60183E-EFC1-43FE-8BBF-394930C4FB66}" v="10" dt="2025-11-09T10:14:39.758"/>
    <p1510:client id="{F998E30B-9402-9519-16F8-C5B48FC49CDD}" v="19" dt="2025-11-09T10:54:34.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460183E-EFC1-43FE-8BBF-394930C4FB66}"/>
    <pc:docChg chg="addSld delSld modSld addSection">
      <pc:chgData name="" userId="" providerId="" clId="Web-{6460183E-EFC1-43FE-8BBF-394930C4FB66}" dt="2025-11-09T10:14:39.758" v="10" actId="34807"/>
      <pc:docMkLst>
        <pc:docMk/>
      </pc:docMkLst>
      <pc:sldChg chg="del">
        <pc:chgData name="" userId="" providerId="" clId="Web-{6460183E-EFC1-43FE-8BBF-394930C4FB66}" dt="2025-11-09T10:14:39.727" v="0" actId="34807"/>
        <pc:sldMkLst>
          <pc:docMk/>
          <pc:sldMk cId="2329614230" sldId="260"/>
        </pc:sldMkLst>
      </pc:sldChg>
      <pc:sldChg chg="modSp add addAnim">
        <pc:chgData name="" userId="" providerId="" clId="Web-{6460183E-EFC1-43FE-8BBF-394930C4FB66}" dt="2025-11-09T10:14:39.758" v="4" actId="34807"/>
        <pc:sldMkLst>
          <pc:docMk/>
          <pc:sldMk cId="2953863551" sldId="2561"/>
        </pc:sldMkLst>
        <pc:spChg chg="mod">
          <ac:chgData name="" userId="" providerId="" clId="Web-{6460183E-EFC1-43FE-8BBF-394930C4FB66}" dt="2025-11-09T10:14:39.758" v="1" actId="34807"/>
          <ac:spMkLst>
            <pc:docMk/>
            <pc:sldMk cId="2953863551" sldId="2561"/>
            <ac:spMk id="2" creationId="{B9CE550F-60A1-26E1-280E-29A6CDEC5662}"/>
          </ac:spMkLst>
        </pc:spChg>
        <pc:spChg chg="mod">
          <ac:chgData name="" userId="" providerId="" clId="Web-{6460183E-EFC1-43FE-8BBF-394930C4FB66}" dt="2025-11-09T10:14:39.758" v="1" actId="34807"/>
          <ac:spMkLst>
            <pc:docMk/>
            <pc:sldMk cId="2953863551" sldId="2561"/>
            <ac:spMk id="3" creationId="{9EEBC23C-7813-E1CF-E7B4-F40C936E3B83}"/>
          </ac:spMkLst>
        </pc:spChg>
      </pc:sldChg>
      <pc:sldChg chg="modSp add mod modTransition addAnim chgLayout">
        <pc:chgData name="" userId="" providerId="" clId="Web-{6460183E-EFC1-43FE-8BBF-394930C4FB66}" dt="2025-11-09T10:14:39.758" v="5" actId="34807"/>
        <pc:sldMkLst>
          <pc:docMk/>
          <pc:sldMk cId="1981253044" sldId="2562"/>
        </pc:sldMkLst>
        <pc:spChg chg="mod">
          <ac:chgData name="" userId="" providerId="" clId="Web-{6460183E-EFC1-43FE-8BBF-394930C4FB66}" dt="2025-11-09T10:14:39.758" v="1" actId="34807"/>
          <ac:spMkLst>
            <pc:docMk/>
            <pc:sldMk cId="1981253044" sldId="2562"/>
            <ac:spMk id="2" creationId="{90975FEE-4679-CAFA-FD80-9631F7D98F4B}"/>
          </ac:spMkLst>
        </pc:spChg>
      </pc:sldChg>
      <pc:sldChg chg="modSp add mod modTransition modClrScheme addAnim chgLayout">
        <pc:chgData name="" userId="" providerId="" clId="Web-{6460183E-EFC1-43FE-8BBF-394930C4FB66}" dt="2025-11-09T10:14:39.758" v="6" actId="34807"/>
        <pc:sldMkLst>
          <pc:docMk/>
          <pc:sldMk cId="2603201209" sldId="2563"/>
        </pc:sldMkLst>
        <pc:spChg chg="mod">
          <ac:chgData name="" userId="" providerId="" clId="Web-{6460183E-EFC1-43FE-8BBF-394930C4FB66}" dt="2025-11-09T10:14:39.758" v="1" actId="34807"/>
          <ac:spMkLst>
            <pc:docMk/>
            <pc:sldMk cId="2603201209" sldId="2563"/>
            <ac:spMk id="2" creationId="{BD73AED3-D9FE-0A7D-0C13-631B8617B471}"/>
          </ac:spMkLst>
        </pc:spChg>
        <pc:spChg chg="mod">
          <ac:chgData name="" userId="" providerId="" clId="Web-{6460183E-EFC1-43FE-8BBF-394930C4FB66}" dt="2025-11-09T10:14:39.758" v="1" actId="34807"/>
          <ac:spMkLst>
            <pc:docMk/>
            <pc:sldMk cId="2603201209" sldId="2563"/>
            <ac:spMk id="4" creationId="{1EF336AD-0BCE-769D-2E9D-4991867B59F5}"/>
          </ac:spMkLst>
        </pc:spChg>
        <pc:picChg chg="mod ord">
          <ac:chgData name="" userId="" providerId="" clId="Web-{6460183E-EFC1-43FE-8BBF-394930C4FB66}" dt="2025-11-09T10:14:39.758" v="1" actId="34807"/>
          <ac:picMkLst>
            <pc:docMk/>
            <pc:sldMk cId="2603201209" sldId="2563"/>
            <ac:picMk id="5" creationId="{972C4B5A-E4FA-48FF-9AB8-2BE05F306E17}"/>
          </ac:picMkLst>
        </pc:picChg>
      </pc:sldChg>
      <pc:sldChg chg="modSp add mod modTransition addAnim chgLayout">
        <pc:chgData name="" userId="" providerId="" clId="Web-{6460183E-EFC1-43FE-8BBF-394930C4FB66}" dt="2025-11-09T10:14:39.758" v="7" actId="34807"/>
        <pc:sldMkLst>
          <pc:docMk/>
          <pc:sldMk cId="2325750478" sldId="2564"/>
        </pc:sldMkLst>
        <pc:spChg chg="mod">
          <ac:chgData name="" userId="" providerId="" clId="Web-{6460183E-EFC1-43FE-8BBF-394930C4FB66}" dt="2025-11-09T10:14:39.758" v="1" actId="34807"/>
          <ac:spMkLst>
            <pc:docMk/>
            <pc:sldMk cId="2325750478" sldId="2564"/>
            <ac:spMk id="2" creationId="{3D251B4E-E8ED-4159-5B64-60293163AEEA}"/>
          </ac:spMkLst>
        </pc:spChg>
      </pc:sldChg>
      <pc:sldChg chg="modSp add mod modTransition modClrScheme addAnim chgLayout">
        <pc:chgData name="" userId="" providerId="" clId="Web-{6460183E-EFC1-43FE-8BBF-394930C4FB66}" dt="2025-11-09T10:14:39.758" v="8" actId="34807"/>
        <pc:sldMkLst>
          <pc:docMk/>
          <pc:sldMk cId="1617145571" sldId="2565"/>
        </pc:sldMkLst>
        <pc:spChg chg="mod">
          <ac:chgData name="" userId="" providerId="" clId="Web-{6460183E-EFC1-43FE-8BBF-394930C4FB66}" dt="2025-11-09T10:14:39.758" v="1" actId="34807"/>
          <ac:spMkLst>
            <pc:docMk/>
            <pc:sldMk cId="1617145571" sldId="2565"/>
            <ac:spMk id="2" creationId="{DB29935E-8A9A-6CEE-26CA-6390EB51010E}"/>
          </ac:spMkLst>
        </pc:spChg>
        <pc:spChg chg="mod">
          <ac:chgData name="" userId="" providerId="" clId="Web-{6460183E-EFC1-43FE-8BBF-394930C4FB66}" dt="2025-11-09T10:14:39.758" v="1" actId="34807"/>
          <ac:spMkLst>
            <pc:docMk/>
            <pc:sldMk cId="1617145571" sldId="2565"/>
            <ac:spMk id="4" creationId="{03121E4B-57F6-AC72-A1DC-1C4C8C870133}"/>
          </ac:spMkLst>
        </pc:spChg>
        <pc:picChg chg="mod ord">
          <ac:chgData name="" userId="" providerId="" clId="Web-{6460183E-EFC1-43FE-8BBF-394930C4FB66}" dt="2025-11-09T10:14:39.758" v="1" actId="34807"/>
          <ac:picMkLst>
            <pc:docMk/>
            <pc:sldMk cId="1617145571" sldId="2565"/>
            <ac:picMk id="5" creationId="{CD808B96-55E3-4DE9-8892-8415BB336AC7}"/>
          </ac:picMkLst>
        </pc:picChg>
      </pc:sldChg>
      <pc:sldChg chg="modSp add mod modTransition addAnim chgLayout">
        <pc:chgData name="" userId="" providerId="" clId="Web-{6460183E-EFC1-43FE-8BBF-394930C4FB66}" dt="2025-11-09T10:14:39.758" v="9" actId="34807"/>
        <pc:sldMkLst>
          <pc:docMk/>
          <pc:sldMk cId="2348043457" sldId="2566"/>
        </pc:sldMkLst>
        <pc:spChg chg="mod">
          <ac:chgData name="" userId="" providerId="" clId="Web-{6460183E-EFC1-43FE-8BBF-394930C4FB66}" dt="2025-11-09T10:14:39.758" v="1" actId="34807"/>
          <ac:spMkLst>
            <pc:docMk/>
            <pc:sldMk cId="2348043457" sldId="2566"/>
            <ac:spMk id="2" creationId="{2F684CBA-2624-BF27-1166-15951DA5BFA2}"/>
          </ac:spMkLst>
        </pc:spChg>
      </pc:sldChg>
      <pc:sldChg chg="modSp add mod modTransition modClrScheme addAnim chgLayout">
        <pc:chgData name="" userId="" providerId="" clId="Web-{6460183E-EFC1-43FE-8BBF-394930C4FB66}" dt="2025-11-09T10:14:39.758" v="10" actId="34807"/>
        <pc:sldMkLst>
          <pc:docMk/>
          <pc:sldMk cId="563097491" sldId="2567"/>
        </pc:sldMkLst>
        <pc:spChg chg="mod">
          <ac:chgData name="" userId="" providerId="" clId="Web-{6460183E-EFC1-43FE-8BBF-394930C4FB66}" dt="2025-11-09T10:14:39.758" v="1" actId="34807"/>
          <ac:spMkLst>
            <pc:docMk/>
            <pc:sldMk cId="563097491" sldId="2567"/>
            <ac:spMk id="2" creationId="{3BF326A3-94B2-6027-5BE7-95D3D97EC8B8}"/>
          </ac:spMkLst>
        </pc:spChg>
        <pc:spChg chg="mod">
          <ac:chgData name="" userId="" providerId="" clId="Web-{6460183E-EFC1-43FE-8BBF-394930C4FB66}" dt="2025-11-09T10:14:39.758" v="1" actId="34807"/>
          <ac:spMkLst>
            <pc:docMk/>
            <pc:sldMk cId="563097491" sldId="2567"/>
            <ac:spMk id="4" creationId="{C4B048D9-42CE-4893-ACB7-C59BFFB81052}"/>
          </ac:spMkLst>
        </pc:spChg>
        <pc:picChg chg="mod ord">
          <ac:chgData name="" userId="" providerId="" clId="Web-{6460183E-EFC1-43FE-8BBF-394930C4FB66}" dt="2025-11-09T10:14:39.758" v="1" actId="34807"/>
          <ac:picMkLst>
            <pc:docMk/>
            <pc:sldMk cId="563097491" sldId="2567"/>
            <ac:picMk id="5" creationId="{11ECF8A0-F0DE-4547-833D-C36A8D40ECE0}"/>
          </ac:picMkLst>
        </pc:picChg>
      </pc:sldChg>
    </pc:docChg>
  </pc:docChgLst>
  <pc:docChgLst>
    <pc:chgData name="Govind, Aanchit" userId="S::aanchit.govind@accenture.com::7887bf1d-bd57-40a0-b898-7f6df2eae6c9" providerId="AD" clId="Web-{F998E30B-9402-9519-16F8-C5B48FC49CDD}"/>
    <pc:docChg chg="addSld delSld modSld delSection modSection">
      <pc:chgData name="Govind, Aanchit" userId="S::aanchit.govind@accenture.com::7887bf1d-bd57-40a0-b898-7f6df2eae6c9" providerId="AD" clId="Web-{F998E30B-9402-9519-16F8-C5B48FC49CDD}" dt="2025-11-09T10:54:33.131" v="15"/>
      <pc:docMkLst>
        <pc:docMk/>
      </pc:docMkLst>
      <pc:sldChg chg="addSp delSp modSp new">
        <pc:chgData name="Govind, Aanchit" userId="S::aanchit.govind@accenture.com::7887bf1d-bd57-40a0-b898-7f6df2eae6c9" providerId="AD" clId="Web-{F998E30B-9402-9519-16F8-C5B48FC49CDD}" dt="2025-11-09T10:54:33.131" v="15"/>
        <pc:sldMkLst>
          <pc:docMk/>
          <pc:sldMk cId="2222823343" sldId="2566"/>
        </pc:sldMkLst>
        <pc:spChg chg="del">
          <ac:chgData name="Govind, Aanchit" userId="S::aanchit.govind@accenture.com::7887bf1d-bd57-40a0-b898-7f6df2eae6c9" providerId="AD" clId="Web-{F998E30B-9402-9519-16F8-C5B48FC49CDD}" dt="2025-11-09T10:52:24.262" v="4"/>
          <ac:spMkLst>
            <pc:docMk/>
            <pc:sldMk cId="2222823343" sldId="2566"/>
            <ac:spMk id="2" creationId="{D53C793D-AA09-CA55-CC54-84FFF641C7BF}"/>
          </ac:spMkLst>
        </pc:spChg>
        <pc:spChg chg="del">
          <ac:chgData name="Govind, Aanchit" userId="S::aanchit.govind@accenture.com::7887bf1d-bd57-40a0-b898-7f6df2eae6c9" providerId="AD" clId="Web-{F998E30B-9402-9519-16F8-C5B48FC49CDD}" dt="2025-11-09T10:52:27.309" v="5"/>
          <ac:spMkLst>
            <pc:docMk/>
            <pc:sldMk cId="2222823343" sldId="2566"/>
            <ac:spMk id="3" creationId="{F34CF561-4BD8-BFB2-B366-92CE84C25B9A}"/>
          </ac:spMkLst>
        </pc:spChg>
        <pc:spChg chg="del">
          <ac:chgData name="Govind, Aanchit" userId="S::aanchit.govind@accenture.com::7887bf1d-bd57-40a0-b898-7f6df2eae6c9" providerId="AD" clId="Web-{F998E30B-9402-9519-16F8-C5B48FC49CDD}" dt="2025-11-09T10:52:42.137" v="6"/>
          <ac:spMkLst>
            <pc:docMk/>
            <pc:sldMk cId="2222823343" sldId="2566"/>
            <ac:spMk id="4" creationId="{DC6FA9E4-BE64-69FC-6C72-CE6EB5CFE9DF}"/>
          </ac:spMkLst>
        </pc:spChg>
        <pc:spChg chg="add del mod">
          <ac:chgData name="Govind, Aanchit" userId="S::aanchit.govind@accenture.com::7887bf1d-bd57-40a0-b898-7f6df2eae6c9" providerId="AD" clId="Web-{F998E30B-9402-9519-16F8-C5B48FC49CDD}" dt="2025-11-09T10:54:04.020" v="14"/>
          <ac:spMkLst>
            <pc:docMk/>
            <pc:sldMk cId="2222823343" sldId="2566"/>
            <ac:spMk id="7" creationId="{B118257B-62EB-3518-69A0-4AAFA51ACDD7}"/>
          </ac:spMkLst>
        </pc:spChg>
        <pc:spChg chg="add del">
          <ac:chgData name="Govind, Aanchit" userId="S::aanchit.govind@accenture.com::7887bf1d-bd57-40a0-b898-7f6df2eae6c9" providerId="AD" clId="Web-{F998E30B-9402-9519-16F8-C5B48FC49CDD}" dt="2025-11-09T10:53:55.395" v="13"/>
          <ac:spMkLst>
            <pc:docMk/>
            <pc:sldMk cId="2222823343" sldId="2566"/>
            <ac:spMk id="9" creationId="{C4BBBBBE-6B39-5D23-FBC1-3FA5EA5C9C82}"/>
          </ac:spMkLst>
        </pc:spChg>
        <pc:picChg chg="add del mod ord">
          <ac:chgData name="Govind, Aanchit" userId="S::aanchit.govind@accenture.com::7887bf1d-bd57-40a0-b898-7f6df2eae6c9" providerId="AD" clId="Web-{F998E30B-9402-9519-16F8-C5B48FC49CDD}" dt="2025-11-09T10:52:54.434" v="9"/>
          <ac:picMkLst>
            <pc:docMk/>
            <pc:sldMk cId="2222823343" sldId="2566"/>
            <ac:picMk id="5" creationId="{7C34ED31-9023-D0B1-FBC1-7EAB213480A6}"/>
          </ac:picMkLst>
        </pc:picChg>
        <pc:picChg chg="add del mod ord">
          <ac:chgData name="Govind, Aanchit" userId="S::aanchit.govind@accenture.com::7887bf1d-bd57-40a0-b898-7f6df2eae6c9" providerId="AD" clId="Web-{F998E30B-9402-9519-16F8-C5B48FC49CDD}" dt="2025-11-09T10:53:23.452" v="11"/>
          <ac:picMkLst>
            <pc:docMk/>
            <pc:sldMk cId="2222823343" sldId="2566"/>
            <ac:picMk id="8" creationId="{096C25BC-F565-E95D-C7A0-4091EF482609}"/>
          </ac:picMkLst>
        </pc:picChg>
        <pc:picChg chg="add mod">
          <ac:chgData name="Govind, Aanchit" userId="S::aanchit.govind@accenture.com::7887bf1d-bd57-40a0-b898-7f6df2eae6c9" providerId="AD" clId="Web-{F998E30B-9402-9519-16F8-C5B48FC49CDD}" dt="2025-11-09T10:54:33.131" v="15"/>
          <ac:picMkLst>
            <pc:docMk/>
            <pc:sldMk cId="2222823343" sldId="2566"/>
            <ac:picMk id="10" creationId="{5EAFE73D-56F2-00C9-5019-860373EF06BA}"/>
          </ac:picMkLst>
        </pc:picChg>
      </pc:sldChg>
      <pc:sldChg chg="del">
        <pc:chgData name="Govind, Aanchit" userId="S::aanchit.govind@accenture.com::7887bf1d-bd57-40a0-b898-7f6df2eae6c9" providerId="AD" clId="Web-{F998E30B-9402-9519-16F8-C5B48FC49CDD}" dt="2025-11-09T10:22:57.571" v="1"/>
        <pc:sldMkLst>
          <pc:docMk/>
          <pc:sldMk cId="2348043457" sldId="2566"/>
        </pc:sldMkLst>
      </pc:sldChg>
      <pc:sldChg chg="del">
        <pc:chgData name="Govind, Aanchit" userId="S::aanchit.govind@accenture.com::7887bf1d-bd57-40a0-b898-7f6df2eae6c9" providerId="AD" clId="Web-{F998E30B-9402-9519-16F8-C5B48FC49CDD}" dt="2025-11-09T10:22:57.571" v="0"/>
        <pc:sldMkLst>
          <pc:docMk/>
          <pc:sldMk cId="563097491" sldId="25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11/9/2025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3615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office.accenture.com/personal/aanchit_govind_accenture_com/Documents/Microsoft%20Copilot%20Chat%20Files/.env.txt,https://myoffice.accenture.com/personal/aanchit_govind_accenture_com/Documents/Microsoft%20Copilot%20Chat%20Files/ingest_to_search.py,https://myoffice.accenture.com/personal/aanchit_govind_accenture_com/Documents/Microsoft%20Copilot%20Chat%20Files/main_agent.py
Overview of System Architecture
</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411778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office.accenture.com/personal/aanchit_govind_accenture_com/Documents/Microsoft%20Copilot%20Chat%20Files/.env.txt,https://myoffice.accenture.com/personal/aanchit_govind_accenture_com/Documents/Microsoft%20Copilot%20Chat%20Files/ingest_to_search.py,https://myoffice.accenture.com/personal/aanchit_govind_accenture_com/Documents/Microsoft%20Copilot%20Chat%20Files/main_agent.py
The AI-Powered Legal Document Review System is designed to automate the process of reviewing legal documents by integrating multiple Azure services and advanced AI components. The architecture is modular and scalable, enabling efficient handling of large volumes of legal data. At the core of the system is Azure Blob Storage, which serves as the primary repository for storing legal documents. These documents are ingested by a dedicated agent that uploads them to Azure Cognitive Search, allowing for efficient indexing and retrieval.
Azure Cognitive Search plays a crucial role in enabling the retrieval of relevant legal clauses and precedents. The system leverages Azure OpenAI services to perform clause extraction and generate grounded summaries using Retrieval-Augmented Generation (RAG). This ensures that the summaries are contextually accurate and based on relevant legal information. The Semantic Kernel is employed to facilitate dynamic task planning and memory retention, enhancing the adaptability and intelligence of the agents.
Agent orchestration is managed through Azure AI Foundry, which coordinates the various agents involved in the document review process. Additionally, Azure Monitor is integrated to track agent decisions and flag anomalies, ensuring transparency and accountability. For advanced monitoring, the system optionally supports telemetry simulation via IoT Hub, which can be used to monitor real-time data and detect irregularities. This comprehensive architecture ensures a robust, intelligent, and responsible approach to legal document review.
</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580670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https://myoffice.accenture.com/personal/aanchit_govind_accenture_com/Documents/Microsoft%20Copilot%20Chat%20Files/.env.txt,https://myoffice.accenture.com/personal/aanchit_govind_accenture_com/Documents/Microsoft%20Copilot%20Chat%20Files/ingest_to_search.py
Multi-Agent Workflow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87918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https://myoffice.accenture.com/personal/aanchit_govind_accenture_com/Documents/Microsoft%20Copilot%20Chat%20Files/.env.txt,https://myoffice.accenture.com/personal/aanchit_govind_accenture_com/Documents/Microsoft%20Copilot%20Chat%20Files/ingest_to_search.py
The AI-Powered Legal Document Review System employs a multi-agent architecture to streamline the processing of legal documents. The workflow begins with the Document Ingestion Agent, which connects to Azure Blob Storage to download legal documents. These documents are then uploaded to Azure Cognitive Search, where they are indexed for efficient retrieval.
Next, the Clause Extraction Agent utilizes Azure OpenAI services to analyze the text and identify legal clauses. This agent sends the document content to a GPT-based model, which returns a list of extracted clauses. Each clause is then passed to the Compliance Validation Agent, which evaluates the clause for potential compliance issues. The agent uses OpenAI to analyze the clause and returns flagged issues along with a confidence score, ensuring that only high-risk clauses are highlighted.
Following validation, the Retrieval Agent queries Azure Cognitive Search to find similar clauses from previously ingested documents. This step provides contextual grounding for the final analysis. The Summary Agent then uses the retrieved clauses and the original query to generate a comprehensive summary using Retrieval-Augmented Generation (RAG). This summary helps legal professionals quickly understand the compliance landscape of the document. The entire workflow is orchestrated using Azure AI Foundry, which ensures seamless communication and coordination among the agents.
</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850456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E550F-60A1-26E1-280E-29A6CDEC5662}"/>
              </a:ext>
            </a:extLst>
          </p:cNvPr>
          <p:cNvSpPr>
            <a:spLocks noGrp="1"/>
          </p:cNvSpPr>
          <p:nvPr>
            <p:ph type="ctrTitle"/>
          </p:nvPr>
        </p:nvSpPr>
        <p:spPr>
          <a:xfrm>
            <a:off x="612648" y="697234"/>
            <a:ext cx="5852160" cy="2925456"/>
          </a:xfrm>
        </p:spPr>
        <p:txBody>
          <a:bodyPr anchor="b">
            <a:normAutofit/>
          </a:bodyPr>
          <a:lstStyle/>
          <a:p>
            <a:r>
              <a:rPr lang="en-US"/>
              <a:t>AI-Powered Legal Document Review System</a:t>
            </a:r>
          </a:p>
        </p:txBody>
      </p:sp>
      <p:sp>
        <p:nvSpPr>
          <p:cNvPr id="3" name="Subtitle 2">
            <a:extLst>
              <a:ext uri="{FF2B5EF4-FFF2-40B4-BE49-F238E27FC236}">
                <a16:creationId xmlns:a16="http://schemas.microsoft.com/office/drawing/2014/main" id="{9EEBC23C-7813-E1CF-E7B4-F40C936E3B83}"/>
              </a:ext>
            </a:extLst>
          </p:cNvPr>
          <p:cNvSpPr>
            <a:spLocks noGrp="1"/>
          </p:cNvSpPr>
          <p:nvPr>
            <p:ph type="subTitle" idx="1"/>
          </p:nvPr>
        </p:nvSpPr>
        <p:spPr>
          <a:xfrm>
            <a:off x="612648" y="4143898"/>
            <a:ext cx="5852160" cy="1545336"/>
          </a:xfrm>
        </p:spPr>
        <p:txBody>
          <a:bodyPr anchor="t">
            <a:normAutofit/>
          </a:bodyPr>
          <a:lstStyle/>
          <a:p>
            <a:r>
              <a:rPr lang="en-US"/>
              <a:t>Enhancing legal reviews through advanced artificial intelligence</a:t>
            </a:r>
          </a:p>
        </p:txBody>
      </p:sp>
    </p:spTree>
    <p:extLst>
      <p:ext uri="{BB962C8B-B14F-4D97-AF65-F5344CB8AC3E}">
        <p14:creationId xmlns:p14="http://schemas.microsoft.com/office/powerpoint/2010/main" val="295386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5FEE-4679-CAFA-FD80-9631F7D98F4B}"/>
              </a:ext>
            </a:extLst>
          </p:cNvPr>
          <p:cNvSpPr>
            <a:spLocks noGrp="1"/>
          </p:cNvSpPr>
          <p:nvPr>
            <p:ph type="ctrTitle"/>
          </p:nvPr>
        </p:nvSpPr>
        <p:spPr>
          <a:xfrm>
            <a:off x="612648" y="1417671"/>
            <a:ext cx="7909560" cy="4754529"/>
          </a:xfrm>
        </p:spPr>
        <p:txBody>
          <a:bodyPr anchor="b">
            <a:normAutofit/>
          </a:bodyPr>
          <a:lstStyle/>
          <a:p>
            <a:r>
              <a:rPr lang="en-US"/>
              <a:t>System Architecture</a:t>
            </a:r>
          </a:p>
        </p:txBody>
      </p:sp>
    </p:spTree>
    <p:extLst>
      <p:ext uri="{BB962C8B-B14F-4D97-AF65-F5344CB8AC3E}">
        <p14:creationId xmlns:p14="http://schemas.microsoft.com/office/powerpoint/2010/main" val="19812530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AED3-D9FE-0A7D-0C13-631B8617B471}"/>
              </a:ext>
            </a:extLst>
          </p:cNvPr>
          <p:cNvSpPr>
            <a:spLocks noGrp="1"/>
          </p:cNvSpPr>
          <p:nvPr>
            <p:ph type="title"/>
          </p:nvPr>
        </p:nvSpPr>
        <p:spPr>
          <a:xfrm>
            <a:off x="609600" y="709099"/>
            <a:ext cx="8019289" cy="891101"/>
          </a:xfrm>
        </p:spPr>
        <p:txBody>
          <a:bodyPr anchor="b">
            <a:normAutofit/>
          </a:bodyPr>
          <a:lstStyle/>
          <a:p>
            <a:r>
              <a:rPr lang="en-US"/>
              <a:t>Overview of System Architecture</a:t>
            </a:r>
          </a:p>
        </p:txBody>
      </p:sp>
      <p:sp>
        <p:nvSpPr>
          <p:cNvPr id="4" name="Content Placeholder 3">
            <a:extLst>
              <a:ext uri="{FF2B5EF4-FFF2-40B4-BE49-F238E27FC236}">
                <a16:creationId xmlns:a16="http://schemas.microsoft.com/office/drawing/2014/main" id="{1EF336AD-0BCE-769D-2E9D-4991867B59F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Document Storage and Ingestion</a:t>
            </a:r>
          </a:p>
          <a:p>
            <a:pPr marL="0" lvl="1" indent="0">
              <a:lnSpc>
                <a:spcPct val="110000"/>
              </a:lnSpc>
              <a:buFont typeface="Arial" panose="020B0604020202020204" pitchFamily="34" charset="0"/>
              <a:buNone/>
            </a:pPr>
            <a:r>
              <a:rPr lang="en-US" sz="1300"/>
              <a:t>Azure Blob Storage stores legal documents, which are ingested by a dedicated agent for indexing and retrieval.</a:t>
            </a:r>
          </a:p>
          <a:p>
            <a:pPr marL="0" indent="0">
              <a:lnSpc>
                <a:spcPct val="110000"/>
              </a:lnSpc>
              <a:spcBef>
                <a:spcPts val="2500"/>
              </a:spcBef>
              <a:buFont typeface="Arial" panose="020B0604020202020204" pitchFamily="34" charset="0"/>
              <a:buNone/>
            </a:pPr>
            <a:r>
              <a:rPr lang="en-US" sz="1300" b="1"/>
              <a:t>Clause Extraction and Summarization</a:t>
            </a:r>
          </a:p>
          <a:p>
            <a:pPr marL="0" lvl="1" indent="0">
              <a:lnSpc>
                <a:spcPct val="110000"/>
              </a:lnSpc>
              <a:buFont typeface="Arial" panose="020B0604020202020204" pitchFamily="34" charset="0"/>
              <a:buNone/>
            </a:pPr>
            <a:r>
              <a:rPr lang="en-US" sz="1300"/>
              <a:t>Azure OpenAI services extract clauses and generate contextually accurate summaries using Retrieval-Augmented Generation.</a:t>
            </a:r>
          </a:p>
          <a:p>
            <a:pPr marL="0" indent="0">
              <a:lnSpc>
                <a:spcPct val="110000"/>
              </a:lnSpc>
              <a:spcBef>
                <a:spcPts val="2500"/>
              </a:spcBef>
              <a:buFont typeface="Arial" panose="020B0604020202020204" pitchFamily="34" charset="0"/>
              <a:buNone/>
            </a:pPr>
            <a:r>
              <a:rPr lang="en-US" sz="1300" b="1"/>
              <a:t>Agent Orchestration and Monitoring</a:t>
            </a:r>
          </a:p>
          <a:p>
            <a:pPr marL="0" lvl="1" indent="0">
              <a:lnSpc>
                <a:spcPct val="110000"/>
              </a:lnSpc>
              <a:buFont typeface="Arial" panose="020B0604020202020204" pitchFamily="34" charset="0"/>
              <a:buNone/>
            </a:pPr>
            <a:r>
              <a:rPr lang="en-US" sz="1300"/>
              <a:t>Azure AI Foundry manages agent coordination while Azure Monitor tracks decisions and flags anomalies for accountability.</a:t>
            </a:r>
          </a:p>
          <a:p>
            <a:pPr marL="0" indent="0">
              <a:lnSpc>
                <a:spcPct val="110000"/>
              </a:lnSpc>
              <a:spcBef>
                <a:spcPts val="2500"/>
              </a:spcBef>
              <a:buFont typeface="Arial" panose="020B0604020202020204" pitchFamily="34" charset="0"/>
              <a:buNone/>
            </a:pPr>
            <a:r>
              <a:rPr lang="en-US" sz="1300" b="1"/>
              <a:t>Adaptive Task Planning</a:t>
            </a:r>
          </a:p>
          <a:p>
            <a:pPr marL="0" lvl="1" indent="0">
              <a:lnSpc>
                <a:spcPct val="110000"/>
              </a:lnSpc>
              <a:buFont typeface="Arial" panose="020B0604020202020204" pitchFamily="34" charset="0"/>
              <a:buNone/>
            </a:pPr>
            <a:r>
              <a:rPr lang="en-US" sz="1300"/>
              <a:t>Semantic Kernel enables dynamic task planning and memory retention to enhance agent intelligence and adaptability.</a:t>
            </a:r>
          </a:p>
        </p:txBody>
      </p:sp>
      <p:pic>
        <p:nvPicPr>
          <p:cNvPr id="5" name="Content Placeholder 4" descr="Cloud computing digital concept">
            <a:extLst>
              <a:ext uri="{FF2B5EF4-FFF2-40B4-BE49-F238E27FC236}">
                <a16:creationId xmlns:a16="http://schemas.microsoft.com/office/drawing/2014/main" id="{972C4B5A-E4FA-48FF-9AB8-2BE05F306E17}"/>
              </a:ext>
            </a:extLst>
          </p:cNvPr>
          <p:cNvPicPr>
            <a:picLocks noGrp="1" noChangeAspect="1"/>
          </p:cNvPicPr>
          <p:nvPr>
            <p:ph type="pic" sz="quarter" idx="18"/>
          </p:nvPr>
        </p:nvPicPr>
        <p:blipFill>
          <a:blip r:embed="rId3"/>
          <a:srcRect l="52443" r="26198"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26032012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document&#10;&#10;AI-generated content may be incorrect.">
            <a:extLst>
              <a:ext uri="{FF2B5EF4-FFF2-40B4-BE49-F238E27FC236}">
                <a16:creationId xmlns:a16="http://schemas.microsoft.com/office/drawing/2014/main" id="{5EAFE73D-56F2-00C9-5019-860373EF06BA}"/>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2222823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1B4E-E8ED-4159-5B64-60293163AEEA}"/>
              </a:ext>
            </a:extLst>
          </p:cNvPr>
          <p:cNvSpPr>
            <a:spLocks noGrp="1"/>
          </p:cNvSpPr>
          <p:nvPr>
            <p:ph type="ctrTitle"/>
          </p:nvPr>
        </p:nvSpPr>
        <p:spPr>
          <a:xfrm>
            <a:off x="612648" y="1417671"/>
            <a:ext cx="7909560" cy="4754529"/>
          </a:xfrm>
        </p:spPr>
        <p:txBody>
          <a:bodyPr anchor="b">
            <a:normAutofit/>
          </a:bodyPr>
          <a:lstStyle/>
          <a:p>
            <a:r>
              <a:rPr lang="en-US"/>
              <a:t>Agent Workflow Overview</a:t>
            </a:r>
          </a:p>
        </p:txBody>
      </p:sp>
    </p:spTree>
    <p:extLst>
      <p:ext uri="{BB962C8B-B14F-4D97-AF65-F5344CB8AC3E}">
        <p14:creationId xmlns:p14="http://schemas.microsoft.com/office/powerpoint/2010/main" val="23257504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9935E-8A9A-6CEE-26CA-6390EB51010E}"/>
              </a:ext>
            </a:extLst>
          </p:cNvPr>
          <p:cNvSpPr>
            <a:spLocks noGrp="1"/>
          </p:cNvSpPr>
          <p:nvPr>
            <p:ph type="title"/>
          </p:nvPr>
        </p:nvSpPr>
        <p:spPr>
          <a:xfrm>
            <a:off x="609600" y="709099"/>
            <a:ext cx="8019289" cy="891101"/>
          </a:xfrm>
        </p:spPr>
        <p:txBody>
          <a:bodyPr anchor="b">
            <a:normAutofit/>
          </a:bodyPr>
          <a:lstStyle/>
          <a:p>
            <a:r>
              <a:rPr lang="en-US"/>
              <a:t>Multi-Agent Workflow</a:t>
            </a:r>
          </a:p>
        </p:txBody>
      </p:sp>
      <p:sp>
        <p:nvSpPr>
          <p:cNvPr id="4" name="Content Placeholder 3">
            <a:extLst>
              <a:ext uri="{FF2B5EF4-FFF2-40B4-BE49-F238E27FC236}">
                <a16:creationId xmlns:a16="http://schemas.microsoft.com/office/drawing/2014/main" id="{03121E4B-57F6-AC72-A1DC-1C4C8C87013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b="1"/>
              <a:t>Document Ingestion and Indexing</a:t>
            </a:r>
          </a:p>
          <a:p>
            <a:pPr marL="0" lvl="1" indent="0">
              <a:lnSpc>
                <a:spcPct val="110000"/>
              </a:lnSpc>
              <a:buFont typeface="Arial" panose="020B0604020202020204" pitchFamily="34" charset="0"/>
              <a:buNone/>
            </a:pPr>
            <a:r>
              <a:t>Documents are downloaded from cloud storage and indexed for quick retrieval using cognitive search services.</a:t>
            </a:r>
            <a:endParaRPr lang="en-US"/>
          </a:p>
          <a:p>
            <a:pPr marL="0" indent="0">
              <a:lnSpc>
                <a:spcPct val="110000"/>
              </a:lnSpc>
              <a:spcBef>
                <a:spcPts val="2500"/>
              </a:spcBef>
              <a:buFont typeface="Arial" panose="020B0604020202020204" pitchFamily="34" charset="0"/>
              <a:buNone/>
            </a:pPr>
            <a:r>
              <a:rPr lang="en-US" b="1"/>
              <a:t>Clause Extraction Using AI</a:t>
            </a:r>
          </a:p>
          <a:p>
            <a:pPr marL="0" lvl="1" indent="0">
              <a:lnSpc>
                <a:spcPct val="110000"/>
              </a:lnSpc>
              <a:buFont typeface="Arial" panose="020B0604020202020204" pitchFamily="34" charset="0"/>
              <a:buNone/>
            </a:pPr>
            <a:r>
              <a:t>AI analyzes text to extract legal clauses by leveraging advanced language models for precise identification.</a:t>
            </a:r>
            <a:endParaRPr lang="en-US"/>
          </a:p>
          <a:p>
            <a:pPr marL="0" indent="0">
              <a:lnSpc>
                <a:spcPct val="110000"/>
              </a:lnSpc>
              <a:spcBef>
                <a:spcPts val="2500"/>
              </a:spcBef>
              <a:buFont typeface="Arial" panose="020B0604020202020204" pitchFamily="34" charset="0"/>
              <a:buNone/>
            </a:pPr>
            <a:r>
              <a:rPr lang="en-US" b="1"/>
              <a:t>Compliance Validation</a:t>
            </a:r>
          </a:p>
          <a:p>
            <a:pPr marL="0" lvl="1" indent="0">
              <a:lnSpc>
                <a:spcPct val="110000"/>
              </a:lnSpc>
              <a:buFont typeface="Arial" panose="020B0604020202020204" pitchFamily="34" charset="0"/>
              <a:buNone/>
            </a:pPr>
            <a:r>
              <a:t>Extracted clauses are evaluated for compliance risks with confidence scores highlighting high-risk issues.</a:t>
            </a:r>
            <a:endParaRPr lang="en-US"/>
          </a:p>
          <a:p>
            <a:pPr marL="0" indent="0">
              <a:lnSpc>
                <a:spcPct val="110000"/>
              </a:lnSpc>
              <a:spcBef>
                <a:spcPts val="2500"/>
              </a:spcBef>
              <a:buFont typeface="Arial" panose="020B0604020202020204" pitchFamily="34" charset="0"/>
              <a:buNone/>
            </a:pPr>
            <a:r>
              <a:rPr lang="en-US" b="1"/>
              <a:t>Contextual Retrieval and Summarization</a:t>
            </a:r>
          </a:p>
          <a:p>
            <a:pPr marL="0" lvl="1" indent="0">
              <a:lnSpc>
                <a:spcPct val="110000"/>
              </a:lnSpc>
              <a:buFont typeface="Arial" panose="020B0604020202020204" pitchFamily="34" charset="0"/>
              <a:buNone/>
            </a:pPr>
            <a:r>
              <a:t>Similar clauses are retrieved to provide context, and summaries are generated to aid legal review.</a:t>
            </a:r>
            <a:endParaRPr lang="en-US"/>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CD808B96-55E3-4DE9-8892-8415BB336AC7}"/>
              </a:ext>
            </a:extLst>
          </p:cNvPr>
          <p:cNvPicPr>
            <a:picLocks noGrp="1" noChangeAspect="1"/>
          </p:cNvPicPr>
          <p:nvPr>
            <p:ph type="pic" sz="quarter" idx="18"/>
          </p:nvPr>
        </p:nvPicPr>
        <p:blipFill>
          <a:blip r:embed="rId3"/>
          <a:srcRect l="35934" r="39385"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1617145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2.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B99ED26-B189-4BA1-99D0-1112D8C2F10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6</Slides>
  <Notes>5</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Solace</vt:lpstr>
      <vt:lpstr>AI-Powered Legal Document Review System</vt:lpstr>
      <vt:lpstr>System Architecture</vt:lpstr>
      <vt:lpstr>Overview of System Architecture</vt:lpstr>
      <vt:lpstr>PowerPoint Presentation</vt:lpstr>
      <vt:lpstr>Agent Workflow Overview</vt:lpstr>
      <vt:lpstr>Multi-Agent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15</cp:revision>
  <dcterms:created xsi:type="dcterms:W3CDTF">2025-05-21T23:03:00Z</dcterms:created>
  <dcterms:modified xsi:type="dcterms:W3CDTF">2025-11-09T10:54:44Z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